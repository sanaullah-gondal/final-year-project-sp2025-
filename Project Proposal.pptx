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74" r:id="rId7"/>
    <p:sldId id="259" r:id="rId8"/>
    <p:sldId id="269" r:id="rId9"/>
    <p:sldId id="270" r:id="rId10"/>
    <p:sldId id="261" r:id="rId11"/>
    <p:sldId id="276" r:id="rId12"/>
    <p:sldId id="263" r:id="rId13"/>
    <p:sldId id="264" r:id="rId14"/>
    <p:sldId id="265" r:id="rId15"/>
    <p:sldId id="266" r:id="rId16"/>
    <p:sldId id="267" r:id="rId17"/>
    <p:sldId id="268" r:id="rId18"/>
    <p:sldId id="271" r:id="rId1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 Year Project Proposal</a:t>
            </a:r>
            <a:endParaRPr lang="en-US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chemeClr val="tx1"/>
                </a:solidFill>
              </a:rPr>
              <a:t>SkillLink </a:t>
            </a:r>
            <a:endParaRPr lang="en-US" altLang="en-US" dirty="0">
              <a:solidFill>
                <a:schemeClr val="tx1"/>
              </a:solidFill>
            </a:endParaRPr>
          </a:p>
          <a:p>
            <a:pPr marL="6350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schemeClr val="tx1"/>
                </a:solidFill>
              </a:rPr>
              <a:t>Supervised By: Muhammad Nadeem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2" cstate="screen"/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Project Team</a:t>
            </a:r>
            <a:endParaRPr lang="en-US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Sana Ullah(13328)</a:t>
            </a:r>
            <a:endParaRPr lang="en-US" dirty="0"/>
          </a:p>
          <a:p>
            <a:pPr eaLnBrk="1" hangingPunct="1"/>
            <a:r>
              <a:rPr lang="en-US" dirty="0"/>
              <a:t>Hammad Javed(26693)</a:t>
            </a:r>
            <a:endParaRPr lang="en-US" dirty="0"/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Table of Content</a:t>
            </a:r>
            <a:endParaRPr lang="en-US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Opportunity &amp; Stakeholders</a:t>
            </a:r>
            <a:endParaRPr lang="en-US" dirty="0"/>
          </a:p>
          <a:p>
            <a:pPr eaLnBrk="1" hangingPunct="1"/>
            <a:r>
              <a:rPr lang="en-US" dirty="0"/>
              <a:t>Existing Systems</a:t>
            </a:r>
            <a:endParaRPr lang="en-US" dirty="0"/>
          </a:p>
          <a:p>
            <a:pPr eaLnBrk="1" hangingPunct="1"/>
            <a:r>
              <a:rPr lang="en-US" dirty="0"/>
              <a:t>Problem Statement</a:t>
            </a:r>
            <a:endParaRPr lang="en-US" dirty="0"/>
          </a:p>
          <a:p>
            <a:pPr eaLnBrk="1" hangingPunct="1"/>
            <a:r>
              <a:rPr lang="en-US" dirty="0"/>
              <a:t>Proposed Solution</a:t>
            </a:r>
            <a:endParaRPr lang="en-US" dirty="0"/>
          </a:p>
          <a:p>
            <a:pPr eaLnBrk="1" hangingPunct="1"/>
            <a:r>
              <a:rPr lang="en-US" dirty="0"/>
              <a:t>Project Scope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Opportunity &amp; Stakeholders</a:t>
            </a:r>
            <a:endParaRPr lang="en-US" dirty="0"/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Opportunity</a:t>
            </a:r>
            <a:endParaRPr lang="en-US" dirty="0"/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Difficult to Find Reliable Workers.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Time-Consuming &amp; Inconvenient.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Emergency Situations.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US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Stakeholders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body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/>
              <a:t>Customers/Users</a:t>
            </a:r>
            <a:endParaRPr lang="en-US" altLang="en-US" sz="2400" b="1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/>
              <a:t>Skilled Workers</a:t>
            </a:r>
            <a:endParaRPr lang="en-US" altLang="en-US" sz="2400" b="1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/>
              <a:t>App Administrators</a:t>
            </a:r>
            <a:endParaRPr lang="en-US" altLang="en-US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Existing Systems</a:t>
            </a:r>
            <a:endParaRPr lang="en-US" dirty="0"/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4525963"/>
          </a:xfrm>
        </p:spPr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568960" y="283845"/>
          <a:ext cx="7956550" cy="6017895"/>
        </p:xfrm>
        <a:graphic>
          <a:graphicData uri="http://schemas.openxmlformats.org/drawingml/2006/table">
            <a:tbl>
              <a:tblPr/>
              <a:tblGrid>
                <a:gridCol w="1003300"/>
                <a:gridCol w="1031875"/>
                <a:gridCol w="880110"/>
                <a:gridCol w="610235"/>
                <a:gridCol w="860425"/>
                <a:gridCol w="1062990"/>
                <a:gridCol w="991235"/>
                <a:gridCol w="722630"/>
                <a:gridCol w="793750"/>
              </a:tblGrid>
              <a:tr h="683895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App Name</a:t>
                      </a:r>
                      <a:endParaRPr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Plumber/ </a:t>
                      </a:r>
                      <a:r>
                        <a:rPr lang="en-US" altLang="en-US" sz="1400" b="1">
                          <a:ea typeface="SimSun" panose="02010600030101010101" pitchFamily="2" charset="-122"/>
                          <a:cs typeface="+mn-lt"/>
                        </a:rPr>
                        <a:t>electrician</a:t>
                      </a:r>
                      <a:endParaRPr lang="en-US" altLang="en-US"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Fixed rate</a:t>
                      </a:r>
                      <a:endParaRPr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biding</a:t>
                      </a:r>
                      <a:endParaRPr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Fixed location</a:t>
                      </a:r>
                      <a:endParaRPr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Real time location</a:t>
                      </a:r>
                      <a:endParaRPr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Chat in app</a:t>
                      </a:r>
                      <a:endParaRPr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reviews</a:t>
                      </a:r>
                      <a:endParaRPr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ea typeface="SimSun" panose="02010600030101010101" pitchFamily="2" charset="-122"/>
                          <a:cs typeface="+mn-lt"/>
                        </a:rPr>
                        <a:t>link</a:t>
                      </a:r>
                      <a:endParaRPr sz="1400" b="1">
                        <a:ea typeface="SimSun" panose="02010600030101010101" pitchFamily="2" charset="-122"/>
                        <a:cs typeface="+mn-lt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6680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Calibri" panose="020F0502020204030204"/>
                          <a:ea typeface="SimSun" panose="02010600030101010101" pitchFamily="2" charset="-122"/>
                        </a:rPr>
                        <a:t>Hazir App</a:t>
                      </a:r>
                      <a:endParaRPr sz="1400" b="1">
                        <a:latin typeface="Calibri" panose="020F050202020403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Calibri" panose="020F0502020204030204"/>
                          <a:ea typeface="SimSun" panose="02010600030101010101" pitchFamily="2" charset="-122"/>
                        </a:rPr>
                        <a:t>https://haazir.app/electrician-services</a:t>
                      </a:r>
                      <a:endParaRPr sz="1400" b="1">
                        <a:latin typeface="Calibri" panose="020F050202020403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6680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Calibri" panose="020F0502020204030204"/>
                          <a:ea typeface="SimSun" panose="02010600030101010101" pitchFamily="2" charset="-122"/>
                        </a:rPr>
                        <a:t>Karsaaz App</a:t>
                      </a:r>
                      <a:endParaRPr sz="1400" b="1">
                        <a:latin typeface="Calibri" panose="020F050202020403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Calibri" panose="020F0502020204030204"/>
                          <a:ea typeface="SimSun" panose="02010600030101010101" pitchFamily="2" charset="-122"/>
                        </a:rPr>
                        <a:t>https://karsaaz.app/electrician-services</a:t>
                      </a:r>
                      <a:endParaRPr sz="1400" b="1">
                        <a:latin typeface="Calibri" panose="020F050202020403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688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Calibri" panose="020F0502020204030204"/>
                          <a:ea typeface="SimSun" panose="02010600030101010101" pitchFamily="2" charset="-122"/>
                        </a:rPr>
                        <a:t>Mahir Company</a:t>
                      </a:r>
                      <a:endParaRPr sz="1400" b="1">
                        <a:latin typeface="Calibri" panose="020F050202020403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Calibri" panose="020F0502020204030204"/>
                          <a:ea typeface="SimSun" panose="02010600030101010101" pitchFamily="2" charset="-122"/>
                        </a:rPr>
                        <a:t>https://mahircompany.com/electrician-services-rawalpindi</a:t>
                      </a:r>
                      <a:endParaRPr sz="1400" b="1">
                        <a:latin typeface="Calibri" panose="020F050202020403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93520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Calibri" panose="020F0502020204030204"/>
                          <a:ea typeface="SimSun" panose="02010600030101010101" pitchFamily="2" charset="-122"/>
                        </a:rPr>
                        <a:t>The handy Man</a:t>
                      </a:r>
                      <a:endParaRPr sz="1400" b="1">
                        <a:latin typeface="Calibri" panose="020F050202020403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√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Arial" panose="020B0604020202020204"/>
                          <a:ea typeface="SimSun" panose="02010600030101010101" pitchFamily="2" charset="-122"/>
                        </a:rPr>
                        <a:t>×</a:t>
                      </a:r>
                      <a:endParaRPr sz="1400" b="1">
                        <a:latin typeface="Arial" panose="020B060402020202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1">
                          <a:latin typeface="Calibri" panose="020F0502020204030204"/>
                          <a:ea typeface="SimSun" panose="02010600030101010101" pitchFamily="2" charset="-122"/>
                        </a:rPr>
                        <a:t>https://www.thehandyman.com.pk/service/plumber</a:t>
                      </a:r>
                      <a:endParaRPr sz="1400" b="1">
                        <a:latin typeface="Calibri" panose="020F05020202040302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752283" y="4975225"/>
            <a:ext cx="5080000" cy="260350"/>
          </a:xfrm>
          <a:prstGeom prst="rect">
            <a:avLst/>
          </a:prstGeom>
        </p:spPr>
        <p:txBody>
          <a:bodyPr>
            <a:spAutoFit/>
          </a:bodyPr>
          <a:p>
            <a:pPr marL="0" indent="0" defTabSz="266700">
              <a:spcBef>
                <a:spcPct val="0"/>
              </a:spcBef>
              <a:spcAft>
                <a:spcPct val="0"/>
              </a:spcAft>
            </a:pPr>
            <a:r>
              <a:rPr sz="1100">
                <a:latin typeface="Calibri" panose="020F0502020204030204"/>
                <a:ea typeface="SimSun" panose="02010600030101010101" pitchFamily="2" charset="-122"/>
              </a:rPr>
              <a:t> </a:t>
            </a:r>
            <a:endParaRPr sz="1100">
              <a:latin typeface="Calibri" panose="020F0502020204030204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0772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0"/>
                <a:gridCol w="4038600"/>
              </a:tblGrid>
              <a:tr h="517451">
                <a:tc>
                  <a:txBody>
                    <a:bodyPr/>
                    <a:lstStyle/>
                    <a:p>
                      <a:r>
                        <a:rPr lang="en-US" dirty="0"/>
                        <a:t>Problem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On-Demand Service Marketplace for Skilled Workers</a:t>
                      </a:r>
                      <a:endParaRPr lang="en-US" altLang="en-US" dirty="0"/>
                    </a:p>
                  </a:txBody>
                  <a:tcPr/>
                </a:tc>
              </a:tr>
              <a:tr h="893135">
                <a:tc>
                  <a:txBody>
                    <a:bodyPr/>
                    <a:lstStyle/>
                    <a:p>
                      <a:r>
                        <a:rPr lang="en-US" dirty="0"/>
                        <a:t>Affect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Workers</a:t>
                      </a:r>
                      <a:endParaRPr lang="en-US" altLang="en-US" dirty="0"/>
                    </a:p>
                    <a:p>
                      <a:r>
                        <a:rPr lang="en-US" altLang="en-US" dirty="0"/>
                        <a:t>Customers</a:t>
                      </a:r>
                      <a:endParaRPr lang="en-US" altLang="en-US" dirty="0"/>
                    </a:p>
                  </a:txBody>
                  <a:tcPr/>
                </a:tc>
              </a:tr>
              <a:tr h="1275907">
                <a:tc>
                  <a:txBody>
                    <a:bodyPr/>
                    <a:lstStyle/>
                    <a:p>
                      <a:r>
                        <a:rPr lang="en-US" dirty="0"/>
                        <a:t>Result of Which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en-US" dirty="0"/>
                        <a:t>Hard to find trusted workers quickly.</a:t>
                      </a:r>
                      <a:endParaRPr lang="en-US" alt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en-US" dirty="0"/>
                        <a:t>Confusion about service costs.</a:t>
                      </a:r>
                      <a:endParaRPr lang="en-US" altLang="en-US" dirty="0"/>
                    </a:p>
                  </a:txBody>
                  <a:tcPr/>
                </a:tc>
              </a:tr>
              <a:tr h="1275907">
                <a:tc>
                  <a:txBody>
                    <a:bodyPr/>
                    <a:lstStyle/>
                    <a:p>
                      <a:r>
                        <a:rPr lang="en-US" dirty="0"/>
                        <a:t>Benefits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Easy matching of workers and customers through location.</a:t>
                      </a:r>
                      <a:endParaRPr lang="en-US" altLang="en-US" dirty="0"/>
                    </a:p>
                    <a:p>
                      <a:r>
                        <a:rPr lang="en-US" altLang="en-US" dirty="0"/>
                        <a:t>Find Rated &amp; Reviewed Workers for Reliable Services.</a:t>
                      </a:r>
                      <a:endParaRPr lang="en-US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Proposed Solution</a:t>
            </a:r>
            <a:endParaRPr lang="en-US" dirty="0"/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/>
          <p:cNvSpPr>
            <a:spLocks noGrp="1" noChangeArrowheads="1"/>
          </p:cNvSpPr>
          <p:nvPr>
            <p:ph idx="1"/>
          </p:nvPr>
        </p:nvSpPr>
        <p:spPr bwMode="auto">
          <a:xfrm>
            <a:off x="457200" y="259715"/>
            <a:ext cx="8382000" cy="557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are creating an app called SkillLink to help people find reliable skilled workers like plumbers, electricians, and house cleaners quickly and easily.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app will show available workers nearby using real-time location mapping, so users can find help fast.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can see worker profiles, check ratings, and book services directly through the app with clear and fair pricing.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app will ensure safety and trust by verifying workers and allowing users to share feedback and reviews.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features like emergency services and easy booking for regular tasks, SkillLink will make finding skilled help hassle-free for everyone.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Project Scope</a:t>
            </a:r>
            <a:endParaRPr lang="en-US" dirty="0"/>
          </a:p>
        </p:txBody>
      </p:sp>
      <p:sp>
        <p:nvSpPr>
          <p:cNvPr id="16387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400" dirty="0"/>
              <a:t>SkillLink App is designed to make finding and booking local skilled workers quick and hassle-free. The app will connect users with trusted professionals for services like plumbing, electrical work, cleaning, and more, with real-time booking and  transparent pricing.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endParaRPr lang="en-US" sz="2400" b="1" dirty="0"/>
          </a:p>
          <a:p>
            <a:pPr marL="0" indent="0" algn="just">
              <a:buNone/>
            </a:pPr>
            <a:r>
              <a:rPr lang="en-US" sz="2400" b="1" dirty="0"/>
              <a:t>What This System Will Do:</a:t>
            </a:r>
            <a:endParaRPr lang="en-US" sz="2400" b="1" dirty="0"/>
          </a:p>
          <a:p>
            <a:r>
              <a:rPr lang="en-US" altLang="en-US" sz="2400" b="1" dirty="0"/>
              <a:t>Quick Booking: </a:t>
            </a:r>
            <a:endParaRPr lang="en-US" altLang="en-US" sz="2400" b="1" dirty="0"/>
          </a:p>
          <a:p>
            <a:r>
              <a:rPr lang="en-US" altLang="en-US" sz="2400" b="1" dirty="0"/>
              <a:t>Real-Time Location:</a:t>
            </a:r>
            <a:endParaRPr lang="en-US" altLang="en-US" sz="2400" b="1" dirty="0"/>
          </a:p>
          <a:p>
            <a:r>
              <a:rPr lang="en-US" altLang="en-US" sz="2400" b="1" dirty="0"/>
              <a:t> Fair Pricing: </a:t>
            </a:r>
            <a:endParaRPr lang="en-US" altLang="en-US" sz="2400" b="1" dirty="0"/>
          </a:p>
          <a:p>
            <a:r>
              <a:rPr lang="en-US" altLang="en-US" sz="2400" b="1" dirty="0"/>
              <a:t>Ratings &amp; Reviews: </a:t>
            </a:r>
            <a:endParaRPr lang="en-US" altLang="en-US" sz="2400" b="1" dirty="0"/>
          </a:p>
          <a:p>
            <a:r>
              <a:rPr lang="en-US" altLang="en-US" sz="2400" b="1" dirty="0"/>
              <a:t>Emergency Services:</a:t>
            </a:r>
            <a:endParaRPr lang="en-US" altLang="en-US" sz="2400" b="1" dirty="0"/>
          </a:p>
          <a:p>
            <a:r>
              <a:rPr lang="en-US" altLang="en-US" sz="2400" b="1" dirty="0"/>
              <a:t>In-App Chat:</a:t>
            </a:r>
            <a:endParaRPr lang="en-US" altLang="en-US" sz="2400" b="1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26*391"/>
  <p:tag name="TABLE_ENDDRAG_RECT" val="57*55*626*39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2111</Words>
  <Application>WPS Presentation</Application>
  <PresentationFormat>On-screen Show (4:3)</PresentationFormat>
  <Paragraphs>173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 body</vt:lpstr>
      <vt:lpstr>Calibri</vt:lpstr>
      <vt:lpstr>Arial</vt:lpstr>
      <vt:lpstr>Microsoft YaHei</vt:lpstr>
      <vt:lpstr>Arial Unicode MS</vt:lpstr>
      <vt:lpstr>Office Theme</vt:lpstr>
      <vt:lpstr>Final Year Project Proposal</vt:lpstr>
      <vt:lpstr>Project Team</vt:lpstr>
      <vt:lpstr>Table of Content</vt:lpstr>
      <vt:lpstr>Opportunity &amp; Stakeholders</vt:lpstr>
      <vt:lpstr>Opportunity</vt:lpstr>
      <vt:lpstr>PowerPoint 演示文稿</vt:lpstr>
      <vt:lpstr>Stakeholders</vt:lpstr>
      <vt:lpstr>PowerPoint 演示文稿</vt:lpstr>
      <vt:lpstr>Existing Systems</vt:lpstr>
      <vt:lpstr>PowerPoint 演示文稿</vt:lpstr>
      <vt:lpstr>Problem Statement</vt:lpstr>
      <vt:lpstr>PowerPoint 演示文稿</vt:lpstr>
      <vt:lpstr>Proposed Solution</vt:lpstr>
      <vt:lpstr>PowerPoint 演示文稿</vt:lpstr>
      <vt:lpstr>Project Scope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hp</cp:lastModifiedBy>
  <cp:revision>46</cp:revision>
  <dcterms:created xsi:type="dcterms:W3CDTF">2013-01-22T07:04:00Z</dcterms:created>
  <dcterms:modified xsi:type="dcterms:W3CDTF">2025-03-11T18:58:43Z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B337C86F2E714FF0BADC4C6BFB74226F_12</vt:lpwstr>
  </property>
  <property fmtid="{D5CDD505-2E9C-101B-9397-08002B2CF9AE}" pid="3" name="KSOProductBuildVer">
    <vt:lpwstr>1033-12.2.0.20323</vt:lpwstr>
  </property>
</Properties>
</file>