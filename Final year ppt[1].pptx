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84" r:id="rId8"/>
    <p:sldId id="269" r:id="rId9"/>
    <p:sldId id="261" r:id="rId10"/>
    <p:sldId id="271" r:id="rId11"/>
    <p:sldId id="279" r:id="rId12"/>
    <p:sldId id="274" r:id="rId13"/>
    <p:sldId id="285" r:id="rId14"/>
    <p:sldId id="263" r:id="rId15"/>
    <p:sldId id="282" r:id="rId16"/>
    <p:sldId id="286" r:id="rId17"/>
    <p:sldId id="275" r:id="rId18"/>
    <p:sldId id="277" r:id="rId19"/>
    <p:sldId id="276" r:id="rId20"/>
    <p:sldId id="287" r:id="rId21"/>
    <p:sldId id="288" r:id="rId22"/>
    <p:sldId id="289" r:id="rId23"/>
    <p:sldId id="290" r:id="rId24"/>
    <p:sldId id="278" r:id="rId2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1418" y="34"/>
      </p:cViewPr>
      <p:guideLst>
        <p:guide orient="horz" pos="214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ym typeface="+mn-ea"/>
              </a:rPr>
              <a:t>Skill Link</a:t>
            </a:r>
            <a:endParaRPr lang="en-US" dirty="0">
              <a:sym typeface="+mn-ea"/>
            </a:endParaRPr>
          </a:p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400" dirty="0"/>
              <a:t>Supervised By:Mr Muhammad Nadeem Khan</a:t>
            </a:r>
            <a:endParaRPr lang="en-US" sz="1400" dirty="0"/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  <a:endParaRPr lang="en-US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Sana Ullah 13328</a:t>
            </a:r>
            <a:endParaRPr lang="en-US"/>
          </a:p>
          <a:p>
            <a:pPr eaLnBrk="1" hangingPunct="1"/>
            <a:r>
              <a:rPr lang="en-US"/>
              <a:t>Hammad Javed 26693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  <a:endParaRPr lang="en-US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Opportunity &amp; Stakeholders </a:t>
            </a:r>
            <a:endParaRPr lang="en-US" sz="2800" dirty="0"/>
          </a:p>
          <a:p>
            <a:pPr eaLnBrk="1" hangingPunct="1"/>
            <a:r>
              <a:rPr lang="en-US" sz="2800" dirty="0"/>
              <a:t>Solution</a:t>
            </a:r>
            <a:endParaRPr lang="en-US" sz="2800" dirty="0"/>
          </a:p>
          <a:p>
            <a:pPr eaLnBrk="1" hangingPunct="1"/>
            <a:r>
              <a:rPr lang="en-US" sz="2800" dirty="0"/>
              <a:t>Progress Report Summary</a:t>
            </a:r>
            <a:endParaRPr lang="en-US" sz="2800" dirty="0"/>
          </a:p>
          <a:p>
            <a:pPr lvl="1" eaLnBrk="1" hangingPunct="1"/>
            <a:r>
              <a:rPr lang="en-US" sz="2400" dirty="0"/>
              <a:t>Requirements</a:t>
            </a:r>
            <a:endParaRPr lang="en-US" sz="2400" dirty="0"/>
          </a:p>
          <a:p>
            <a:pPr lvl="1" eaLnBrk="1" hangingPunct="1"/>
            <a:r>
              <a:rPr lang="en-US" sz="2400" dirty="0"/>
              <a:t>Software System (Design + Implementation + Testing)</a:t>
            </a:r>
            <a:endParaRPr lang="en-US" sz="2400" dirty="0"/>
          </a:p>
          <a:p>
            <a:pPr lvl="1" eaLnBrk="1" hangingPunct="1"/>
            <a:r>
              <a:rPr lang="en-US" sz="2400" dirty="0"/>
              <a:t>Endeavour (Team + Work + Way of Working)</a:t>
            </a:r>
            <a:endParaRPr lang="en-US" sz="2400" dirty="0"/>
          </a:p>
          <a:p>
            <a:pPr eaLnBrk="1" hangingPunct="1"/>
            <a:r>
              <a:rPr lang="en-US" sz="2800" dirty="0"/>
              <a:t>Next Steps</a:t>
            </a:r>
            <a:endParaRPr lang="en-US" sz="2800" dirty="0"/>
          </a:p>
          <a:p>
            <a:pPr eaLnBrk="1" hangingPunct="1"/>
            <a:r>
              <a:rPr lang="en-US" sz="2800" dirty="0"/>
              <a:t>Prototype / Report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  <a:endParaRPr lang="en-US" dirty="0"/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</a:t>
            </a:r>
            <a:endParaRPr 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sz="2400" b="1"/>
              <a:t>Hard to Find Good Workers</a:t>
            </a:r>
            <a:endParaRPr lang="en-US" altLang="en-US" sz="2400" b="1"/>
          </a:p>
          <a:p>
            <a:pPr algn="just" eaLnBrk="1" hangingPunct="1"/>
            <a:r>
              <a:rPr lang="en-US" altLang="en-US" sz="2400"/>
              <a:t>People often struggle to find reliable and skilled workers like plumbers or electricians. Many times, they don't know who to trust or where to look.</a:t>
            </a:r>
            <a:endParaRPr lang="en-US" altLang="en-US" sz="2400"/>
          </a:p>
          <a:p>
            <a:pPr marL="0" indent="0" algn="just" eaLnBrk="1" hangingPunct="1">
              <a:buNone/>
            </a:pPr>
            <a:r>
              <a:rPr lang="en-US" altLang="en-US" sz="2400" b="1"/>
              <a:t>Takes Too Much Time</a:t>
            </a:r>
            <a:endParaRPr lang="en-US" altLang="en-US" sz="2400" b="1"/>
          </a:p>
          <a:p>
            <a:pPr algn="just" eaLnBrk="1" hangingPunct="1"/>
            <a:r>
              <a:rPr lang="en-US" altLang="en-US" sz="2400"/>
              <a:t>Searching for a worker, calling around, and comparing prices or availability can waste a lot of time and effort for both customers and workers.</a:t>
            </a:r>
            <a:endParaRPr lang="en-US" altLang="en-US" sz="2400"/>
          </a:p>
          <a:p>
            <a:pPr marL="0" indent="0" algn="just" eaLnBrk="1" hangingPunct="1">
              <a:buNone/>
            </a:pPr>
            <a:r>
              <a:rPr lang="en-US" altLang="en-US" sz="2400" b="1"/>
              <a:t>Help Needed in Emergencies</a:t>
            </a:r>
            <a:endParaRPr lang="en-US" altLang="en-US" sz="2400" b="1"/>
          </a:p>
          <a:p>
            <a:pPr algn="just" eaLnBrk="1" hangingPunct="1"/>
            <a:r>
              <a:rPr lang="en-US" altLang="en-US" sz="2400"/>
              <a:t>In urgent situations like a gas leak or electrical problem, people need quick help but don’t have a fast way to contact nearby professionals.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Stakeholders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ym typeface="+mn-ea"/>
              </a:rPr>
              <a:t>   Customers</a:t>
            </a:r>
            <a:endParaRPr lang="en-US" altLang="en-US" sz="2400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ym typeface="+mn-ea"/>
              </a:rPr>
              <a:t>   Workers(Plumber,Electrician,Cleaner)</a:t>
            </a:r>
            <a:endParaRPr lang="en-US" altLang="en-US" sz="2400" b="1" dirty="0"/>
          </a:p>
          <a:p>
            <a:r>
              <a:rPr lang="en-US" altLang="en-US" sz="2400" b="1" dirty="0">
                <a:sym typeface="+mn-ea"/>
              </a:rPr>
              <a:t>Admin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/>
              <a:t>SkillLink is a mobile app that helps people quickly find trusted skilled workers like plumbers, electricians, and house cleaners.</a:t>
            </a:r>
            <a:endParaRPr lang="en-US" altLang="en-US" sz="2400"/>
          </a:p>
          <a:p>
            <a:pPr algn="just"/>
            <a:r>
              <a:rPr lang="en-US" altLang="en-US" sz="2400"/>
              <a:t>The app uses real-time location to show nearby workers, so you can get help fast.</a:t>
            </a:r>
            <a:endParaRPr lang="en-US" altLang="en-US" sz="2400"/>
          </a:p>
          <a:p>
            <a:pPr algn="just"/>
            <a:r>
              <a:rPr lang="en-US" altLang="en-US" sz="2400"/>
              <a:t>You can check worker profiles book services in this mobile  application.</a:t>
            </a:r>
            <a:endParaRPr lang="en-US" altLang="en-US" sz="2400"/>
          </a:p>
          <a:p>
            <a:pPr algn="just"/>
            <a:r>
              <a:rPr lang="en-US" altLang="en-US" sz="2400"/>
              <a:t>Prices are clear and fair, with no hidden charges.</a:t>
            </a:r>
            <a:endParaRPr lang="en-US" altLang="en-US" sz="2400"/>
          </a:p>
          <a:p>
            <a:pPr algn="just"/>
            <a:r>
              <a:rPr lang="en-US" altLang="en-US" sz="2400"/>
              <a:t> SkillLink helps you find the right person for the job, even in an emergency.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PROGRESS REPORT</a:t>
            </a:r>
            <a:br>
              <a:rPr lang="en-US" dirty="0"/>
            </a:br>
            <a:r>
              <a:rPr lang="en-US" dirty="0"/>
              <a:t>Summary</a:t>
            </a:r>
            <a:endParaRPr lang="en-US" dirty="0"/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b="1" dirty="0">
                <a:cs typeface="+mn-lt"/>
              </a:rPr>
              <a:t>Elicitation Techniques / Tools</a:t>
            </a:r>
            <a:endParaRPr lang="en-US" sz="2000" b="1" dirty="0">
              <a:cs typeface="+mn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 smtClean="0">
                <a:cs typeface="+mn-lt"/>
                <a:sym typeface="+mn-ea"/>
              </a:rPr>
              <a:t>Observation</a:t>
            </a:r>
            <a:r>
              <a:rPr lang="en-US" altLang="en-US" sz="2000" b="1" dirty="0">
                <a:cs typeface="+mn-lt"/>
              </a:rPr>
              <a:t>:</a:t>
            </a:r>
            <a:endParaRPr lang="en-US" altLang="en-US" sz="2000" b="1" dirty="0">
              <a:cs typeface="+mn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cs typeface="+mn-lt"/>
              </a:rPr>
              <a:t>Brainstorming:</a:t>
            </a:r>
            <a:endParaRPr lang="en-US" altLang="en-US" sz="2000" b="1" dirty="0">
              <a:cs typeface="+mn-lt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000" b="1" dirty="0" smtClean="0">
                <a:cs typeface="+mn-lt"/>
                <a:sym typeface="+mn-ea"/>
              </a:rPr>
              <a:t>Functional Requirements</a:t>
            </a:r>
            <a:endParaRPr lang="en-US" sz="2000" b="1" dirty="0" smtClean="0">
              <a:cs typeface="+mn-lt"/>
              <a:sym typeface="+mn-ea"/>
            </a:endParaRPr>
          </a:p>
          <a:p>
            <a:pPr algn="just"/>
            <a:r>
              <a:rPr lang="en-US" sz="2000" b="1" dirty="0" smtClean="0">
                <a:cs typeface="+mn-lt"/>
                <a:sym typeface="+mn-ea"/>
              </a:rPr>
              <a:t>Customer</a:t>
            </a:r>
            <a:endParaRPr lang="en-US" sz="2000" b="1" dirty="0" smtClean="0">
              <a:cs typeface="+mn-lt"/>
              <a:sym typeface="+mn-ea"/>
            </a:endParaRPr>
          </a:p>
          <a:p>
            <a:pPr algn="just"/>
            <a:r>
              <a:rPr lang="en-US" sz="2000" b="1" dirty="0" smtClean="0">
                <a:cs typeface="+mn-lt"/>
                <a:sym typeface="+mn-ea"/>
              </a:rPr>
              <a:t>Worker</a:t>
            </a:r>
            <a:r>
              <a:rPr lang="en-US" altLang="en-US" sz="2000" b="1" dirty="0">
                <a:sym typeface="+mn-ea"/>
              </a:rPr>
              <a:t>(Plumber,Electrician,Cleaner)</a:t>
            </a:r>
            <a:endParaRPr lang="en-US" sz="2000" b="1" dirty="0" smtClean="0">
              <a:cs typeface="+mn-lt"/>
              <a:sym typeface="+mn-ea"/>
            </a:endParaRPr>
          </a:p>
          <a:p>
            <a:pPr algn="just"/>
            <a:r>
              <a:rPr lang="en-US" sz="2000" b="1" dirty="0" smtClean="0">
                <a:cs typeface="+mn-lt"/>
                <a:sym typeface="+mn-ea"/>
              </a:rPr>
              <a:t>Admin</a:t>
            </a:r>
            <a:endParaRPr lang="en-US" sz="2000" b="1" dirty="0" smtClean="0">
              <a:cs typeface="+mn-lt"/>
              <a:sym typeface="+mn-ea"/>
            </a:endParaRPr>
          </a:p>
          <a:p>
            <a:pPr marL="0" indent="0" algn="just">
              <a:buNone/>
            </a:pPr>
            <a:r>
              <a:rPr lang="en-US" sz="2000" b="1" dirty="0" smtClean="0">
                <a:cs typeface="+mn-lt"/>
                <a:sym typeface="+mn-ea"/>
              </a:rPr>
              <a:t>Non-Functional Requirements:</a:t>
            </a:r>
            <a:endParaRPr lang="en-US" sz="2000" b="1" dirty="0" smtClean="0">
              <a:cs typeface="+mn-lt"/>
              <a:sym typeface="+mn-ea"/>
            </a:endParaRPr>
          </a:p>
          <a:p>
            <a:pPr algn="just"/>
            <a:r>
              <a:rPr lang="en-US" sz="2000" b="1" dirty="0">
                <a:cs typeface="+mn-lt"/>
              </a:rPr>
              <a:t>None</a:t>
            </a:r>
            <a:endParaRPr lang="en-US" sz="2000" b="1" dirty="0">
              <a:cs typeface="+mn-lt"/>
            </a:endParaRPr>
          </a:p>
          <a:p>
            <a:pPr marL="0" indent="0" algn="just">
              <a:buNone/>
            </a:pPr>
            <a:r>
              <a:rPr lang="en-US" sz="2000" b="1" dirty="0" smtClean="0">
                <a:cs typeface="+mn-lt"/>
                <a:sym typeface="+mn-ea"/>
              </a:rPr>
              <a:t>Use </a:t>
            </a:r>
            <a:r>
              <a:rPr lang="en-US" sz="2000" b="1" dirty="0">
                <a:cs typeface="+mn-lt"/>
                <a:sym typeface="+mn-ea"/>
              </a:rPr>
              <a:t>Cases</a:t>
            </a:r>
            <a:endParaRPr lang="en-US" sz="2000" b="1" dirty="0">
              <a:cs typeface="+mn-lt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000" dirty="0"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View Controller Diagram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Use-Case Diagram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Class Diagram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Activity Diagrams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Development Diagram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Development Tools &amp; Technologies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133600"/>
          <a:ext cx="6096000" cy="2895600"/>
        </p:xfrm>
        <a:graphic>
          <a:graphicData uri="http://schemas.openxmlformats.org/drawingml/2006/table">
            <a:tbl>
              <a:tblPr firstRow="1" bandRow="1"/>
              <a:tblGrid>
                <a:gridCol w="3048000"/>
                <a:gridCol w="3048000"/>
              </a:tblGrid>
              <a:tr h="218440">
                <a:tc>
                  <a:txBody>
                    <a:bodyPr/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  <a:endParaRPr lang="en-US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Visual Studio Code</a:t>
                      </a:r>
                      <a:endParaRPr 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Andorid Studio</a:t>
                      </a:r>
                      <a:endParaRPr 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Visual Paradigm</a:t>
                      </a:r>
                      <a:endParaRPr 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Git &amp; GitHub</a:t>
                      </a:r>
                      <a:endParaRPr 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XAMPP</a:t>
                      </a:r>
                      <a:endParaRPr lang="en-US" sz="20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• </a:t>
                      </a:r>
                      <a:r>
                        <a:rPr lang="en-US" sz="20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Canva</a:t>
                      </a:r>
                      <a:endParaRPr lang="en-US" sz="18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        </a:t>
                      </a:r>
                      <a:r>
                        <a:rPr lang="en-US" altLang="en-US" sz="20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</a:t>
                      </a:r>
                      <a:endParaRPr lang="en-US" alt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        </a:t>
                      </a:r>
                      <a:r>
                        <a:rPr lang="en-US" altLang="en-US" sz="20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Dart</a:t>
                      </a:r>
                      <a:endParaRPr lang="en-US" altLang="en-US" sz="20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        Laravel</a:t>
                      </a:r>
                      <a:endParaRPr lang="en-US" sz="20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•        My SQL</a:t>
                      </a:r>
                      <a:endParaRPr lang="en-US" sz="20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0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 dirty="0" smtClean="0">
                <a:cs typeface="+mn-lt"/>
                <a:sym typeface="+mn-ea"/>
              </a:rPr>
              <a:t>List </a:t>
            </a:r>
            <a:r>
              <a:rPr lang="en-US" sz="2400" b="1" dirty="0">
                <a:cs typeface="+mn-lt"/>
                <a:sym typeface="+mn-ea"/>
              </a:rPr>
              <a:t>Best Practices / Coding </a:t>
            </a:r>
            <a:r>
              <a:rPr lang="en-US" sz="2400" b="1" dirty="0" smtClean="0">
                <a:cs typeface="+mn-lt"/>
                <a:sym typeface="+mn-ea"/>
              </a:rPr>
              <a:t>Standards</a:t>
            </a:r>
            <a:endParaRPr lang="en-US" sz="2400" b="1" dirty="0" smtClean="0">
              <a:cs typeface="+mn-lt"/>
            </a:endParaRPr>
          </a:p>
          <a:p>
            <a:pPr marL="0" indent="0" algn="just">
              <a:buNone/>
            </a:pPr>
            <a:r>
              <a:rPr lang="en-US" altLang="en-US" sz="2400" b="1">
                <a:cs typeface="+mn-lt"/>
              </a:rPr>
              <a:t>1. Software Engineering Methodologies</a:t>
            </a:r>
            <a:endParaRPr lang="en-US" altLang="en-US" sz="2400" b="1">
              <a:cs typeface="+mn-lt"/>
            </a:endParaRPr>
          </a:p>
          <a:p>
            <a:pPr algn="just"/>
            <a:r>
              <a:rPr lang="en-US" altLang="en-US" sz="2400">
                <a:cs typeface="+mn-lt"/>
              </a:rPr>
              <a:t>Agile Methodology</a:t>
            </a:r>
            <a:endParaRPr lang="en-US" altLang="en-US" sz="2400">
              <a:cs typeface="+mn-lt"/>
            </a:endParaRPr>
          </a:p>
          <a:p>
            <a:pPr algn="just"/>
            <a:r>
              <a:rPr lang="en-US" altLang="en-US" sz="2400">
                <a:cs typeface="+mn-lt"/>
              </a:rPr>
              <a:t>Scrum Framework</a:t>
            </a:r>
            <a:endParaRPr lang="en-US" altLang="en-US" sz="2400">
              <a:cs typeface="+mn-lt"/>
            </a:endParaRPr>
          </a:p>
          <a:p>
            <a:pPr marL="0" indent="0" algn="just">
              <a:buNone/>
            </a:pPr>
            <a:r>
              <a:rPr lang="en-US" altLang="en-US" sz="2400" b="1">
                <a:cs typeface="+mn-lt"/>
              </a:rPr>
              <a:t>2. Coding Standards</a:t>
            </a:r>
            <a:endParaRPr lang="en-US" altLang="en-US" sz="2400" b="1">
              <a:cs typeface="+mn-lt"/>
            </a:endParaRPr>
          </a:p>
          <a:p>
            <a:pPr algn="just"/>
            <a:r>
              <a:rPr lang="en-US" altLang="en-US" sz="2400">
                <a:cs typeface="+mn-lt"/>
              </a:rPr>
              <a:t>Naming Conventions</a:t>
            </a:r>
            <a:endParaRPr lang="en-US" altLang="en-US" sz="2400">
              <a:cs typeface="+mn-lt"/>
            </a:endParaRPr>
          </a:p>
          <a:p>
            <a:pPr algn="just"/>
            <a:r>
              <a:rPr lang="en-US" altLang="en-US" sz="2400">
                <a:cs typeface="+mn-lt"/>
              </a:rPr>
              <a:t>Code Documentation</a:t>
            </a:r>
            <a:endParaRPr lang="en-US" altLang="en-US" sz="2400">
              <a:cs typeface="+mn-lt"/>
            </a:endParaRPr>
          </a:p>
          <a:p>
            <a:pPr algn="just"/>
            <a:endParaRPr lang="en-US" altLang="en-US" sz="2400">
              <a:cs typeface="+mn-lt"/>
            </a:endParaRPr>
          </a:p>
          <a:p>
            <a:pPr marL="0" indent="0" algn="just">
              <a:buNone/>
            </a:pPr>
            <a:endParaRPr lang="en-US" altLang="en-US" sz="2400" b="1">
              <a:cs typeface="+mn-lt"/>
            </a:endParaRPr>
          </a:p>
          <a:p>
            <a:pPr algn="just"/>
            <a:endParaRPr lang="en-US" altLang="en-US" sz="2400" b="1">
              <a:cs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Endeavour</a:t>
            </a:r>
            <a:endParaRPr lang="en-US" dirty="0"/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cs typeface="+mn-lt"/>
                <a:sym typeface="+mn-ea"/>
              </a:rPr>
              <a:t>Describe </a:t>
            </a:r>
            <a:r>
              <a:rPr lang="en-US" sz="2400" b="1" dirty="0">
                <a:cs typeface="+mn-lt"/>
                <a:sym typeface="+mn-ea"/>
              </a:rPr>
              <a:t>roles of your team members</a:t>
            </a:r>
            <a:endParaRPr lang="en-US" sz="2400" b="1" dirty="0"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cs typeface="+mn-lt"/>
                <a:sym typeface="+mn-ea"/>
              </a:rPr>
              <a:t>Team Members</a:t>
            </a:r>
            <a:endParaRPr lang="en-US" sz="2400" b="1" dirty="0">
              <a:cs typeface="+mn-lt"/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+mn-lt"/>
              </a:rPr>
              <a:t>Sana Ullah</a:t>
            </a:r>
            <a:endParaRPr lang="en-US" sz="2400" b="1" dirty="0">
              <a:cs typeface="+mn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+mn-lt"/>
              </a:rPr>
              <a:t>Hammad Javed</a:t>
            </a:r>
            <a:endParaRPr lang="en-US" sz="2400" b="1" dirty="0">
              <a:cs typeface="+mn-lt"/>
            </a:endParaRPr>
          </a:p>
          <a:p>
            <a:pPr marL="0" indent="0">
              <a:buNone/>
            </a:pPr>
            <a:endParaRPr lang="en-US" sz="2400" b="1" dirty="0">
              <a:cs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Endeavour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 dirty="0">
                <a:cs typeface="+mn-lt"/>
                <a:sym typeface="+mn-ea"/>
              </a:rPr>
              <a:t>Roles:</a:t>
            </a:r>
            <a:endParaRPr lang="en-US" sz="2400" b="1" dirty="0">
              <a:cs typeface="+mn-lt"/>
            </a:endParaRPr>
          </a:p>
          <a:p>
            <a:pPr algn="just"/>
            <a:r>
              <a:rPr lang="en-US" altLang="en-US" sz="2400">
                <a:cs typeface="+mn-lt"/>
              </a:rPr>
              <a:t>Both team members worked together on all parts of the project, including plaining, documentation, design and implementation .</a:t>
            </a:r>
            <a:endParaRPr lang="en-US" altLang="en-US" sz="2400">
              <a:cs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cs typeface="+mn-lt"/>
                <a:sym typeface="+mn-ea"/>
              </a:rPr>
              <a:t>Describe your software development process</a:t>
            </a:r>
            <a:endParaRPr lang="en-US" sz="2400" b="1" dirty="0"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cs typeface="+mn-lt"/>
                <a:sym typeface="+mn-ea"/>
              </a:rPr>
              <a:t>Requirement Gathering: </a:t>
            </a:r>
            <a:r>
              <a:rPr lang="en-US" sz="2400" dirty="0">
                <a:cs typeface="+mn-lt"/>
                <a:sym typeface="+mn-ea"/>
              </a:rPr>
              <a:t>Identified functional and non-functional requirements using elicitation techniques </a:t>
            </a:r>
            <a:endParaRPr lang="en-US" sz="2400" dirty="0">
              <a:cs typeface="+mn-lt"/>
            </a:endParaRPr>
          </a:p>
          <a:p>
            <a:pPr marL="0" indent="0" algn="just">
              <a:buNone/>
            </a:pPr>
            <a:endParaRPr lang="en-US" altLang="en-US" sz="2400">
              <a:cs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Work Breakdown Structure</a:t>
            </a:r>
            <a:br>
              <a:rPr lang="en-US" dirty="0"/>
            </a:br>
            <a:r>
              <a:rPr lang="en-US" sz="1400" dirty="0"/>
              <a:t>(List of all Deliverables / Strikethrough Completed Deliverables)</a:t>
            </a:r>
            <a:endParaRPr lang="en-US" dirty="0"/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Project Managment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Define Scope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GitHub Repositories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2. FYP Report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Project Scope &amp; Objective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Functional Requirments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eaLnBrk="1" hangingPunct="1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Designs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View Controler Diagram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 Diagram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 Diagram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Use case Diagram 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Development Diagram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eaLnBrk="1" hangingPunct="1"/>
            <a:endParaRPr lang="en-US" sz="22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sz="2200" dirty="0">
              <a:cs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4. Modules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Booking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sz="1800" strike="sng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Plumber Booking</a:t>
            </a:r>
            <a:endParaRPr lang="en-US" sz="1800" strike="sngStrik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hangingPunct="1"/>
            <a:r>
              <a:rPr lang="en-US" sz="1800" dirty="0"/>
              <a:t>Electrician Boooking</a:t>
            </a:r>
            <a:endParaRPr lang="en-US" sz="1800" dirty="0"/>
          </a:p>
          <a:p>
            <a:pPr lvl="1" eaLnBrk="1" hangingPunct="1"/>
            <a:r>
              <a:rPr lang="en-US" sz="1800" dirty="0"/>
              <a:t>Cleaner Booking</a:t>
            </a:r>
            <a:endParaRPr lang="en-US" sz="18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1800" strike="sngStrike" dirty="0"/>
              <a:t> Real Time Location</a:t>
            </a:r>
            <a:endParaRPr lang="en-US" sz="1800" strike="sngStrike" dirty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ym typeface="+mn-ea"/>
              </a:rPr>
              <a:t>Ratings &amp; Reviews</a:t>
            </a:r>
            <a:endParaRPr lang="en-US" altLang="en-US" sz="1800" dirty="0">
              <a:sym typeface="+mn-ea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ym typeface="+mn-ea"/>
              </a:rPr>
              <a:t>Emergency Services</a:t>
            </a:r>
            <a:endParaRPr lang="en-US" altLang="en-US" sz="1800" dirty="0">
              <a:sym typeface="+mn-ea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sym typeface="+mn-ea"/>
              </a:rPr>
              <a:t>In-App Chat</a:t>
            </a:r>
            <a:endParaRPr lang="en-US" altLang="en-US" sz="1800" dirty="0">
              <a:sym typeface="+mn-ea"/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endParaRPr lang="en-US" sz="1800" strike="sngStrik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Prototype &amp; Report</a:t>
            </a:r>
            <a:endParaRPr lang="en-US" dirty="0"/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  <a:endParaRPr lang="en-US" dirty="0"/>
          </a:p>
        </p:txBody>
      </p:sp>
      <p:pic>
        <p:nvPicPr>
          <p:cNvPr id="3" name="Content Placeholder 2" descr="WhatsApp Image 2025-06-23 at 8.33.36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83585" y="1447800"/>
            <a:ext cx="2576830" cy="42017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  <a:endParaRPr lang="en-US" dirty="0"/>
          </a:p>
        </p:txBody>
      </p:sp>
      <p:pic>
        <p:nvPicPr>
          <p:cNvPr id="4" name="Content Placeholder 3" descr="WhatsApp Image 2025-06-23 at 8.34.27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80715" y="1600200"/>
            <a:ext cx="2504440" cy="3764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  <a:endParaRPr lang="en-US" dirty="0"/>
          </a:p>
        </p:txBody>
      </p:sp>
      <p:pic>
        <p:nvPicPr>
          <p:cNvPr id="4" name="Content Placeholder 3" descr="WhatsApp Image 2025-06-23 at 8.35.05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12820" y="1600200"/>
            <a:ext cx="2117090" cy="3764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  <a:endParaRPr lang="en-US" dirty="0"/>
          </a:p>
        </p:txBody>
      </p:sp>
      <p:pic>
        <p:nvPicPr>
          <p:cNvPr id="4" name="Content Placeholder 3" descr="WhatsApp Image 2025-06-23 at 8.36.34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18535" y="1600200"/>
            <a:ext cx="2106295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  <a:endParaRPr lang="en-US" dirty="0"/>
          </a:p>
        </p:txBody>
      </p:sp>
      <p:pic>
        <p:nvPicPr>
          <p:cNvPr id="4" name="Content Placeholder 3" descr="WhatsApp Image 2025-06-23 at 8.37.16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5990" y="1600200"/>
            <a:ext cx="2191385" cy="39262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Report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1: Introduction</a:t>
            </a:r>
            <a:endParaRPr lang="en-US" dirty="0"/>
          </a:p>
          <a:p>
            <a:pPr eaLnBrk="1" hangingPunct="1"/>
            <a:r>
              <a:rPr lang="en-US" dirty="0"/>
              <a:t>Chapter 2: Literature / Market Survey</a:t>
            </a:r>
            <a:endParaRPr lang="en-US" dirty="0"/>
          </a:p>
          <a:p>
            <a:pPr eaLnBrk="1" hangingPunct="1"/>
            <a:r>
              <a:rPr lang="en-US" dirty="0"/>
              <a:t>Chapter 3: Requirement Analysis</a:t>
            </a:r>
            <a:endParaRPr lang="en-US" dirty="0"/>
          </a:p>
          <a:p>
            <a:pPr eaLnBrk="1" hangingPunct="1"/>
            <a:r>
              <a:rPr lang="en-US" dirty="0"/>
              <a:t>Chapter 4: System Design</a:t>
            </a:r>
            <a:endParaRPr lang="en-US" dirty="0"/>
          </a:p>
          <a:p>
            <a:pPr eaLnBrk="1" hangingPunct="1"/>
            <a:r>
              <a:rPr lang="en-US" dirty="0"/>
              <a:t>Chapter 5: Implementation</a:t>
            </a:r>
            <a:endParaRPr lang="en-US" dirty="0"/>
          </a:p>
          <a:p>
            <a:pPr eaLnBrk="1" hangingPunct="1"/>
            <a:r>
              <a:rPr lang="en-US" dirty="0"/>
              <a:t>Chapter 6: Testing &amp; Evaluations</a:t>
            </a:r>
            <a:endParaRPr lang="en-US" dirty="0"/>
          </a:p>
          <a:p>
            <a:pPr eaLnBrk="1" hangingPunct="1"/>
            <a:r>
              <a:rPr lang="en-US" dirty="0"/>
              <a:t>Chapter 7: Conclusion &amp; Outlook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Presentation</Application>
  <PresentationFormat>On-screen Show (4:3)</PresentationFormat>
  <Paragraphs>177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Times New Roman</vt:lpstr>
      <vt:lpstr>Calibri</vt:lpstr>
      <vt:lpstr>Microsoft YaHei</vt:lpstr>
      <vt:lpstr>Arial Unicode MS</vt:lpstr>
      <vt:lpstr>Office Theme</vt:lpstr>
      <vt:lpstr>Final Year Project</vt:lpstr>
      <vt:lpstr>Project Team</vt:lpstr>
      <vt:lpstr>Table of Content</vt:lpstr>
      <vt:lpstr>Opportunity &amp; Stakeholders</vt:lpstr>
      <vt:lpstr>Opportunity </vt:lpstr>
      <vt:lpstr>Stakeholders</vt:lpstr>
      <vt:lpstr>Solution</vt:lpstr>
      <vt:lpstr>PROGRESS REPORT Summary</vt:lpstr>
      <vt:lpstr>Requirements</vt:lpstr>
      <vt:lpstr>Design</vt:lpstr>
      <vt:lpstr>Implementation</vt:lpstr>
      <vt:lpstr>Implementation</vt:lpstr>
      <vt:lpstr>Endeavour</vt:lpstr>
      <vt:lpstr>Endeavour</vt:lpstr>
      <vt:lpstr>Endeavour</vt:lpstr>
      <vt:lpstr>Work Breakdown Structure (List of all Deliverables / Strikethrough Completed Deliverables)</vt:lpstr>
      <vt:lpstr>Prototype &amp; Report</vt:lpstr>
      <vt:lpstr>Prototype</vt:lpstr>
      <vt:lpstr>Prototype</vt:lpstr>
      <vt:lpstr>Prototype</vt:lpstr>
      <vt:lpstr>Prototype</vt:lpstr>
      <vt:lpstr>Prototype</vt:lpstr>
      <vt:lpstr>Report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sanau</cp:lastModifiedBy>
  <cp:revision>50</cp:revision>
  <dcterms:created xsi:type="dcterms:W3CDTF">2013-01-22T07:04:00Z</dcterms:created>
  <dcterms:modified xsi:type="dcterms:W3CDTF">2025-06-23T17:47:15Z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4EF9F9F198F040668C5B097E96F670A4_12</vt:lpwstr>
  </property>
  <property fmtid="{D5CDD505-2E9C-101B-9397-08002B2CF9AE}" pid="3" name="KSOProductBuildVer">
    <vt:lpwstr>1033-12.2.0.21546</vt:lpwstr>
  </property>
</Properties>
</file>